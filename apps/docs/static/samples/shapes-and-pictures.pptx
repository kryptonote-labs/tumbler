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ELDNOTES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5F46"/>
                </a:solidFill>
              </a:rPr>
              <a:t>FIELDNOTES / TUMBLER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8138160" cy="0"/>
          </a:xfrm>
          <a:prstGeom prst="line">
            <a:avLst/>
          </a:prstGeom>
          <a:noFill/>
          <a:ln w="12700">
            <a:solidFill>
              <a:srgbClr val="C7D5C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 and pictures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57"/>
                </a:solidFill>
              </a:rPr>
              <a:t>Rotation, transparency, pictures, and mixed text runs.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 rot="1080000">
            <a:off x="731520" y="3108960"/>
            <a:ext cx="2103120" cy="1097280"/>
          </a:xfrm>
          <a:prstGeom prst="rect">
            <a:avLst/>
          </a:prstGeom>
          <a:solidFill>
            <a:srgbClr val="355F46"/>
          </a:solidFill>
          <a:ln w="25400">
            <a:solidFill>
              <a:srgbClr val="2447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017520"/>
            <a:ext cx="2011680" cy="1280160"/>
          </a:xfrm>
          <a:prstGeom prst="ellipse">
            <a:avLst/>
          </a:prstGeom>
          <a:solidFill>
            <a:srgbClr val="9EC4A7">
              <a:alpha val="85000"/>
            </a:srgbClr>
          </a:solidFill>
          <a:ln w="19050">
            <a:solidFill>
              <a:srgbClr val="355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937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55F46"/>
                </a:solidFill>
              </a:rPr>
              <a:t>One line, </a:t>
            </a:r>
            <a:r>
              <a:rPr lang="en-US" sz="2400" b="1" dirty="0">
                <a:solidFill>
                  <a:srgbClr val="355F46"/>
                </a:solidFill>
              </a:rPr>
              <a:t>two weights.</a:t>
            </a:r>
            <a:endParaRPr lang="en-US" sz="24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embedded picture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57"/>
                </a:solidFill>
              </a:rPr>
              <a:t>The picture remains an image part when other objects change.</a:t>
            </a:r>
            <a:endParaRPr lang="en-US" sz="1900" dirty="0"/>
          </a:p>
        </p:txBody>
      </p:sp>
      <p:pic>
        <p:nvPicPr>
          <p:cNvPr id="4" name="Image 0" descr="Four green bars on a pale green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0"/>
            <a:ext cx="27432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2743200"/>
            <a:ext cx="2743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55F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0" y="3154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55F46"/>
                </a:solidFill>
              </a:rPr>
              <a:t>Image bytes are preserved</a:t>
            </a:r>
            <a:endParaRPr lang="en-US" sz="2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Kryptonote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Shapes and pictures</dc:title>
  <dc:subject>Original MIT-licensed Tumbler test fixture</dc:subject>
  <dc:creator>Tumbler</dc:creator>
  <cp:lastModifiedBy>Tumbler</cp:lastModifiedBy>
  <cp:revision>1</cp:revision>
  <dcterms:created xsi:type="dcterms:W3CDTF">2026-09-21T17:19:54Z</dcterms:created>
  <dcterms:modified xsi:type="dcterms:W3CDTF">2026-09-21T17:19:54Z</dcterms:modified>
</cp:coreProperties>
</file>