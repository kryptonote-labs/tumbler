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These notes must survive edits to the title. This sample is original Tumbler test material.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IELDNOTES">
    <p:bg>
      <p:bgPr>
        <a:solidFill>
          <a:srgbClr val="F5F7F3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01168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355F46"/>
                </a:solidFill>
              </a:rPr>
              <a:t>FIELDNOTES / TUMBLER</a:t>
            </a:r>
            <a:endParaRPr lang="en-US" sz="1000" dirty="0"/>
          </a:p>
        </p:txBody>
      </p:sp>
      <p:sp>
        <p:nvSpPr>
          <p:cNvPr id="3" name="Shape 1"/>
          <p:cNvSpPr/>
          <p:nvPr/>
        </p:nvSpPr>
        <p:spPr>
          <a:xfrm>
            <a:off x="502920" y="640080"/>
            <a:ext cx="11155680" cy="0"/>
          </a:xfrm>
          <a:prstGeom prst="line">
            <a:avLst/>
          </a:prstGeom>
          <a:noFill/>
          <a:ln w="12700">
            <a:solidFill>
              <a:srgbClr val="C7D5C9"/>
            </a:solidFill>
            <a:prstDash val="solid"/>
          </a:ln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174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174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5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Content we preserve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8288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526557"/>
                </a:solidFill>
              </a:rPr>
              <a:t>Native cells, borders, and text. Table editing comes next.</a:t>
            </a:r>
            <a:endParaRPr lang="en-US" sz="1900" dirty="0"/>
          </a:p>
        </p:txBody>
      </p:sp>
      <p:graphicFrame>
        <p:nvGraphicFramePr>
          <p:cNvPr id="4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2743200"/>
          <a:ext cx="9144000" cy="1645920"/>
        </p:xfrm>
        <a:graphic>
          <a:graphicData uri="http://schemas.openxmlformats.org/drawingml/2006/table">
            <a:tbl>
              <a:tblPr/>
              <a:tblGrid>
                <a:gridCol w="3048000"/>
                <a:gridCol w="3048000"/>
                <a:gridCol w="30480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355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Milestone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B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B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B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B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355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Owner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B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B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B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B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355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Status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B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B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B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B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355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Prototype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B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B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B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B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355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Design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B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B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B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B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355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Complete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B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B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B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B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355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Review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B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B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B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B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355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Engineering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B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B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B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B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355F46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In progress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A6B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A6B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A6B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A6B9A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174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1</a:t>
            </a:fld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914400"/>
            <a:ext cx="8046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355F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 second slide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8288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526557"/>
                </a:solidFill>
              </a:rPr>
              <a:t>Slide order comes from presentation relationships, not file names.</a:t>
            </a:r>
            <a:endParaRPr lang="en-US" sz="1900" dirty="0"/>
          </a:p>
        </p:txBody>
      </p:sp>
      <p:sp>
        <p:nvSpPr>
          <p:cNvPr id="4" name="Shape 2"/>
          <p:cNvSpPr/>
          <p:nvPr/>
        </p:nvSpPr>
        <p:spPr>
          <a:xfrm>
            <a:off x="914400" y="3017520"/>
            <a:ext cx="3657600" cy="1371600"/>
          </a:xfrm>
          <a:prstGeom prst="chevron">
            <a:avLst/>
          </a:prstGeom>
          <a:solidFill>
            <a:srgbClr val="9EC4A7"/>
          </a:solidFill>
          <a:ln w="12700">
            <a:solidFill>
              <a:srgbClr val="355F46"/>
            </a:solidFill>
            <a:prstDash val="solid"/>
          </a:ln>
        </p:spPr>
      </p:sp>
      <p:grpSp>
        <p:nvGrpSpPr>
          <p:cNvPr id="900" name="Scaled group"/>
          <p:cNvGrpSpPr/>
          <p:nvPr/>
        </p:nvGrpSpPr>
        <p:grpSpPr>
          <a:xfrm>
            <a:off x="5486400" y="3840480"/>
            <a:ext cx="2926080" cy="1371600"/>
            <a:chOff x="5486400" y="2926080"/>
            <a:chExt cx="2926080" cy="914400"/>
          </a:xfrm>
        </p:grpSpPr>
        <p:sp>
          <p:nvSpPr>
            <p:cNvPr id="5" name="Grouped rectangle"/>
            <p:cNvSpPr/>
            <p:nvPr/>
          </p:nvSpPr>
          <p:spPr>
            <a:xfrm>
              <a:off x="5486400" y="2926080"/>
              <a:ext cx="1828800" cy="914400"/>
            </a:xfrm>
            <a:prstGeom prst="rect">
              <a:avLst/>
            </a:prstGeom>
            <a:solidFill>
              <a:srgbClr val="355F46"/>
            </a:solidFill>
            <a:ln w="12700">
              <a:solidFill>
                <a:srgbClr val="355F46"/>
              </a:solidFill>
              <a:prstDash val="solid"/>
            </a:ln>
          </p:spPr>
        </p:sp>
        <p:sp>
          <p:nvSpPr>
            <p:cNvPr id="6" name="Grouped ellipse"/>
            <p:cNvSpPr/>
            <p:nvPr/>
          </p:nvSpPr>
          <p:spPr>
            <a:xfrm>
              <a:off x="7498080" y="2926080"/>
              <a:ext cx="914400" cy="914400"/>
            </a:xfrm>
            <a:prstGeom prst="ellipse">
              <a:avLst/>
            </a:prstGeom>
            <a:solidFill>
              <a:srgbClr val="9EC4A7"/>
            </a:solidFill>
            <a:ln w="12700">
              <a:solidFill>
                <a:srgbClr val="355F46"/>
              </a:solidFill>
              <a:prstDash val="solid"/>
            </a:ln>
          </p:spPr>
        </p:sp>
      </p:grpSp>
      <p:sp>
        <p:nvSpPr>
          <p:cNvPr id="7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064240" y="649224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000">
                <a:solidFill>
                  <a:srgbClr val="617466"/>
                </a:solidFill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5" baseType="lpstr">
      <vt:lpstr>Arial</vt:lpstr>
      <vt:lpstr>Calibri</vt:lpstr>
      <vt:lpstr>Office Theme</vt:lpstr>
      <vt:lpstr>Slide 1</vt:lpstr>
      <vt:lpstr>Slide 2</vt:lpstr>
    </vt:vector>
  </TitlesOfParts>
  <Company>Kryptonote Labs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Compatibility checks</dc:title>
  <dc:subject>Original MIT-licensed Tumbler test fixture</dc:subject>
  <dc:creator>Tumbler</dc:creator>
  <cp:lastModifiedBy>Tumbler</cp:lastModifiedBy>
  <cp:revision>1</cp:revision>
  <dcterms:created xsi:type="dcterms:W3CDTF">2026-09-21T17:19:54Z</dcterms:created>
  <dcterms:modified xsi:type="dcterms:W3CDTF">2026-09-21T17:19:54Z</dcterms:modified>
</cp:coreProperties>
</file>