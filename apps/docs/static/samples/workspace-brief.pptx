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Deliveries</c:v>
                </c:pt>
              </c:strCache>
            </c:strRef>
          </c:tx>
          <c:spPr>
            <a:solidFill>
              <a:srgbClr val="355F4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24</c:v>
                </c:pt>
                <c:pt idx="1">
                  <c:v>38</c:v>
                </c:pt>
                <c:pt idx="2">
                  <c:v>31</c:v>
                </c:pt>
                <c:pt idx="3">
                  <c:v>52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ELDNOTES">
    <p:bg>
      <p:bgPr>
        <a:solidFill>
          <a:srgbClr val="F5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55F46"/>
                </a:solidFill>
              </a:rPr>
              <a:t>FIELDNOTES / TUMBLER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02920" y="640080"/>
            <a:ext cx="11155680" cy="0"/>
          </a:xfrm>
          <a:prstGeom prst="line">
            <a:avLst/>
          </a:prstGeom>
          <a:noFill/>
          <a:ln w="12700">
            <a:solidFill>
              <a:srgbClr val="C7D5C9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174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174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5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quieter workspace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8288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526557"/>
                </a:solidFill>
              </a:rPr>
              <a:t>A small place to think, write, and work with documents.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48640" y="3017520"/>
            <a:ext cx="4937760" cy="1463040"/>
          </a:xfrm>
          <a:prstGeom prst="roundRect">
            <a:avLst>
              <a:gd name="adj" fmla="val 7500"/>
            </a:avLst>
          </a:prstGeom>
          <a:solidFill>
            <a:srgbClr val="DBE9DE"/>
          </a:solidFill>
          <a:ln w="12700">
            <a:solidFill>
              <a:srgbClr val="94B6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33375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355F46"/>
                </a:solidFill>
              </a:rPr>
              <a:t>Build for the work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48640" y="58521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7466"/>
                </a:solidFill>
              </a:rPr>
              <a:t>Select a text box in Edit mode to change its text.</a:t>
            </a:r>
            <a:endParaRPr lang="en-US" sz="1200" dirty="0"/>
          </a:p>
        </p:txBody>
      </p:sp>
      <p:sp>
        <p:nvSpPr>
          <p:cNvPr id="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174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5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principles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8288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526557"/>
                </a:solidFill>
              </a:rPr>
              <a:t>Keep the interface quiet and the content easy to read.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94360" y="3017520"/>
            <a:ext cx="109728" cy="109728"/>
          </a:xfrm>
          <a:prstGeom prst="ellipse">
            <a:avLst/>
          </a:prstGeom>
          <a:solidFill>
            <a:srgbClr val="355F46"/>
          </a:solidFill>
          <a:ln w="12700">
            <a:solidFill>
              <a:srgbClr val="355F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880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355F46"/>
                </a:solidFill>
              </a:rPr>
              <a:t>Give each control a clear purpose.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94360" y="3749040"/>
            <a:ext cx="109728" cy="109728"/>
          </a:xfrm>
          <a:prstGeom prst="ellipse">
            <a:avLst/>
          </a:prstGeom>
          <a:solidFill>
            <a:srgbClr val="355F46"/>
          </a:solidFill>
          <a:ln w="12700">
            <a:solidFill>
              <a:srgbClr val="355F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3611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355F46"/>
                </a:solidFill>
              </a:rPr>
              <a:t>Preserve familiar document layouts.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594360" y="4480560"/>
            <a:ext cx="109728" cy="109728"/>
          </a:xfrm>
          <a:prstGeom prst="ellipse">
            <a:avLst/>
          </a:prstGeom>
          <a:solidFill>
            <a:srgbClr val="355F46"/>
          </a:solidFill>
          <a:ln w="12700">
            <a:solidFill>
              <a:srgbClr val="355F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4343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355F46"/>
                </a:solidFill>
              </a:rPr>
              <a:t>Keep opening and exporting files close at hand.</a:t>
            </a:r>
            <a:endParaRPr lang="en-US" sz="21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174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5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at a glance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8288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526557"/>
                </a:solidFill>
              </a:rPr>
              <a:t>Quarterly deliveries from the first project.</a:t>
            </a:r>
            <a:endParaRPr lang="en-US" sz="1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2743200"/>
          <a:ext cx="9144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174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Kryptonote Labs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quieter workspace</dc:title>
  <dc:subject>Original MIT-licensed Tumbler test fixture</dc:subject>
  <dc:creator>Tumbler</dc:creator>
  <cp:lastModifiedBy>Tumbler</cp:lastModifiedBy>
  <cp:revision>1</cp:revision>
  <dcterms:created xsi:type="dcterms:W3CDTF">2026-09-21T17:19:54Z</dcterms:created>
  <dcterms:modified xsi:type="dcterms:W3CDTF">2026-09-21T17:19:54Z</dcterms:modified>
</cp:coreProperties>
</file>